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Management System in 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mini project using C language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manages student records using C programming.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student</a:t>
            </a:r>
          </a:p>
          <a:p>
            <a:r>
              <a:t>Display students</a:t>
            </a:r>
          </a:p>
          <a:p>
            <a:r>
              <a:t>Search student</a:t>
            </a:r>
          </a:p>
          <a:p>
            <a:r>
              <a:t>Delete student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Language</a:t>
            </a:r>
          </a:p>
          <a:p>
            <a:r>
              <a:t>Compiler (GCC/Turbo 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#include&lt;stdio.h&gt;</a:t>
            </a:r>
          </a:p>
          <a:p>
            <a:r>
              <a:t>int main(){</a:t>
            </a:r>
          </a:p>
          <a:p>
            <a:r>
              <a:t> // logic here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addStudent()</a:t>
            </a:r>
          </a:p>
          <a:p>
            <a:r>
              <a:t>displayStudent()</a:t>
            </a:r>
          </a:p>
          <a:p>
            <a:r>
              <a:t>searchStudent()</a:t>
            </a:r>
          </a:p>
          <a:p>
            <a:r>
              <a:t>deleteStudent()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#include&lt;stdio.h&gt;</a:t>
            </a:r>
          </a:p>
          <a:p>
            <a:r>
              <a:t>int main(){</a:t>
            </a:r>
          </a:p>
          <a:p>
            <a:r>
              <a:t> printf("Hello Student System");</a:t>
            </a:r>
          </a:p>
          <a:p>
            <a:r>
              <a:t> return 0;</a:t>
            </a:r>
          </a:p>
          <a:p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Easy to use</a:t>
            </a:r>
          </a:p>
          <a:p>
            <a:r>
              <a:t>Fast execution</a:t>
            </a:r>
          </a:p>
          <a:p>
            <a:r>
              <a:t>Simple logic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School management</a:t>
            </a:r>
          </a:p>
          <a:p>
            <a:r>
              <a:t>College records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 helps in building real-time applications easily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